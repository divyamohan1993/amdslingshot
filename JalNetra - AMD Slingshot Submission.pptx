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55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5500000" cy="1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dmj.one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Divya Mohan | Members: Divya Mohan, Kumkum Thakur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JalNetra: Edge-AI Water Intelligence for Rural India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JalNetra is an edge-AI water quality and quantity monitoring system that uses low-cost IoT sensors combined with AMD Ryzen AI NPU for real-time inference at the source — borewells, village handpumps, canals, and reservoir outlets.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It provides a unified dashboard for gram panchayats, Jal Jeevan Mission (JJM) officials, and farmers with actionable alerts: contamination warnings, groundwater depletion predictions, and irrigation scheduling optimized per crop cycle.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The key differentiator: it runs entirely on-device (AMD XDNA NPU) at the edge with no cloud dependency — critical for rural India where connectivity is intermittent. Solar-powered, offline-first, and designed for the last mile.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300">
                <a:latin typeface="Poppins"/>
                <a:ea typeface="Poppins"/>
                <a:cs typeface="Poppins"/>
                <a:sym typeface="Poppins"/>
              </a:rPr>
              <a:t>Theme: Sustainable AI &amp; Green Tech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Differentiation: No existing solution combines on-device NPU inference with low-cost IoT sensors for real-time water monitoring in rural India. Current solutions are either cloud-dependent (unusable offline), expensive (lab-grade equipment), or manual (tested once every few months). JalNetra is the first edge-AI water intelligence system designed for zero-connectivity environments.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Problem Solving: Deploys solar-powered sensor nodes at borewells, handpumps, and canal outlets. The AMD Ryzen AI NPU runs anomaly detection and prediction models locally — detecting contamination spikes in real-time, predicting groundwater depletion trends, and generating crop-specific irrigation schedules. Alerts reach farmers via SMS, WhatsApp, and voice calls in their local language through Bhashini API.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USP: Fully offline-first, solar-powered, on-device AI inference using AMD XDNA NPU. Works where there is no internet, no electricity grid, and no technical expertise. Cost per node under INR 35,000 — cheaper than a single manual water testing cycle. Directly plugs into Jal Jeevan Mission infrastructure (15Cr+ tap connections with zero real-time monitoring).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is it different from existing solutions?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does it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Unique Selling Proposition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Real-Time Water Quality Monitoring: Continuous TDS, pH, turbidity sensing at source points (borewells, handpumps, canal outlets) with sub-second anomaly detection on AMD XDNA NPU.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Groundwater Depletion Prediction: Time-series ML models predict water table decline 3-6 months ahead using historical patterns, weather data (IMD API), and extraction rates.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AI-Optimized Irrigation Scheduling: Crop-specific, soil-aware irrigation recommendations that reduce water usage by 30-40% while maintaining yield — delivered as voice alerts in local language.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Multilingual Voice Alerts: Contamination warnings, irrigation schedules, and depletion alerts via SMS, WhatsApp, and Bhashini-powered voice calls in 22 Indian languages.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Offline-First Architecture: Full functionality without internet. Solar-powered edge nodes with LoRa mesh networking. Cloud sync when connectivity is available.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Jal Jeevan Mission Dashboard: District/state-level aggregated view for JJM officials with real-time water quality compliance tracking across all connected villages.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SENSOR LAYER (Field)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ESP32-S3 + IoT sensors (TDS, pH, turbidity, flow, water level) collect readings every 30 seconds at each water source point. Data transmitted via LoRa to edge gateway.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EDGE INTELLIGENCE (Village)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Ryzen AI mini-PC receives sensor data. ONNX model (quantized via AMD Quark) runs on XDNA NPU: anomaly detection, contamination classification, depletion trend analysis. Results stored in local SQLite. Alerts generated instantly.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ALERT DELIVERY (Farmer/Panchayat)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FastAPI server on edge device triggers SMS (MSG91), WhatsApp Business API, and Bhashini TTS voice calls. React PWA dashboard (offline-capable) for panchayat officials. All in local language.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CLOUD SYNC (District/State) — When Connectivity Available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Edge nodes batch-sync to GCP Cloud Run. BigQuery aggregates village data for district/state JJM dashboards. Training data feedback loop to improve models on AMD Developer Cloud (MI300X).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Farmer Mobile Interface (React PWA)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Home screen: Water quality status (green/yellow/red) for each source. Irrigation schedule for current week. Voice button for Bhashini-powered query in local language. Works fully offline — service worker caches last 7 days of data.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Panchayat Dashboard (Tablet/Desktop PWA)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Map view of all sensor nodes in village. Real-time quality indicators per source. Alert history and contamination event log. Groundwater level trend charts. One-tap report generation for JJM compliance.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District Admin Dashboard (Web)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Aggregated view across all villages. Heatmap of water quality by geography. Depletion risk zones highlighted. Export to CSV/PDF for government reporting. Accessible only when cloud-synced data is available.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Three-Tier Edge-Cloud Architecture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Tier 1 — Sensor Nodes: ESP32-S3 microcontrollers with LoRa (Heltec WiFi LoRa 32 V3) + TDS/pH/turbidity/flow/level sensors. Battery + solar powered. LoRa range: 2-5km rural. One node per water source.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Tier 2 — Edge Gateway: AMD Ryzen AI mini-PC (Ryzen 9 7940HS with XDNA NPU). Runs ONNX inference via Vitis AI EP. FastAPI backend + SQLite. Solar panel (50W) + 12V battery. One per village (serves 5-20 sensor nodes).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Tier 3 — Cloud Backend: GCP Cloud Run (serverless) + BigQuery + Cloud Storage. Receives batch syncs from edge gateways when connectivity available. Hosts district/state dashboards. Model training pipeline on AMD Developer Cloud (MI300X + ROCm 7).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Communication: Sensor-to-Edge via LoRa (no WiFi/cellular needed). Edge-to-Cloud via opportunistic 4G/satellite when available. Alert delivery via MSG91 SMS gateway + WhatsApp Business API + Bhashini TTS.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Hardware: ESP32-S3 + LoRa (sensor nodes), AMD Ryzen AI mini-PC with XDNA NPU (edge gateway), off-the-shelf IoT sensors (TDS/EC, pH, turbidity, ultrasonic level, flow meter) — all commercially available in India (Robocraze, Amazon.in).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AI/ML: PyTorch (training), ONNX Runtime + Vitis AI Execution Provider (NPU inference), AMD Quark (model quantization), time-series anomaly detection and LSTM prediction models (&lt;50MB ONNX).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Backend: FastAPI (Python) on edge device, SQLite (local), GCP Cloud Run + BigQuery (cloud tier). React PWA with service workers for offline-first dashboards.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India Digital Stack: Bhashini API (22-language voice alerts), data.gov.in (historical water quality datasets), CPCB API (pollution data), IMD API (weather/rainfall), India-WRIS (water resources), Jal Jeevan Mission data.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Communication: LoRa mesh (sensor-to-edge), MSG91/Twilio SMS, WhatsApp Business API, Bhashini TTS voice calls. No dependency on continuous internet.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Ryzen AI NPU (XDNA Architecture): Core inference engine at the edge. Runs water quality anomaly detection and groundwater prediction models on-device with sub-100ms latency at 5-15W power. Enables fully offline operation — critical for rural deployment.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Ryzen AI Software SDK 1.7: Development and deployment framework. ONNX Runtime with Vitis AI Execution Provider for NPU-optimized inference. Python and C++ APIs for model integration.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Quark Quantization Toolkit: Converts PyTorch models to optimized ONNX format. Achieves 7x+ faster NPU inference vs CPU with near-lossless accuracy. Critical for fitting models within edge device constraints.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Instinct MI300X (via Developer Cloud): Training infrastructure. 192GB GPU memory for training on large historical water quality datasets (CPCB, IMD, India-WRIS). Free cloud access provided to shortlisted teams.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ROCm 7: Open software platform for GPU computing during model training. Supports PyTorch training pipeline on MI300X.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AMD GAIA SDK: Framework for building the AI agent that orchestrates sensor data collection, inference, alert generation, and dashboard serving on the edge device.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Per Village Deployment (One-Time Hardware Cost)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Sensor nodes (5 units): 5 x INR 4,000 = INR 20,000 (ESP32-S3 + LoRa + TDS/pH/turbidity/flow/level sensors)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Edge gateway: INR 35,000 (AMD Ryzen AI mini-PC + enclosure)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Solar power system: INR 8,000 (50W panel + 12V 20Ah battery + charge controller)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Installation and cabling: INR 7,000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Total per village: ~INR 70,000 (covering 5 water sources, serving 500-2000 people)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Poppins"/>
                <a:ea typeface="Poppins"/>
                <a:cs typeface="Poppins"/>
                <a:sym typeface="Poppins"/>
              </a:rPr>
              <a:t>Recurring Costs (Annual)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SMS/WhatsApp alerts: ~INR 6,000/year. Cloud sync (GCP): ~INR 3,600/year. Sensor maintenance: ~INR 5,000/year. Total recurring: ~INR 14,600/year per village.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Cost Comparison: A single manual water testing visit cycle for one village costs INR 15,000-25,000 and happens only 2-3 times/year. JalNetra provides continuous 24/7 monitoring at lower annual cost.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GitHub: https://github.com/divyamohan1993/amdslingshot | Demo video to be submitted post-prototype development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Impact: Why This Matters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600M+ Indians face high-to-extreme water stress. 70% of surface water is polluted. Only 28% of sewage is treated. 200,000+ annual deaths from waterborne diseases. Over 85% of freshwater goes to agriculture, mostly wasted through flood irrigation.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Direct Beneficiaries: 65 crore rural Indians under Jal Jeevan Mission with tap connections but zero real-time quality monitoring. 14.6 crore farming families losing crops to groundwater depletion and irrigation mismanagement.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Measurable Outcomes Per Village: 30-40% water savings via AI-optimized irrigation (validated by ICRISAT studies). Near-zero response time for contamination events (vs months with manual testing). INR 15,000-20,000/year savings per farmer from optimized water usage.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Poppins"/>
                <a:ea typeface="Poppins"/>
                <a:cs typeface="Poppins"/>
                <a:sym typeface="Poppins"/>
              </a:rPr>
              <a:t>Scalability: One village prototype scales to every JJM tap connection in India (15Cr+). Government already spending INR 3.6 lakh crore on JJM — JalNetra fills the critical monitoring gap. Each edge node operates independently, enabling parallel rollout across districts.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